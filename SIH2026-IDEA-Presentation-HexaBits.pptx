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050537" y="186346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On-device Visual Perception for Light-weight Browser Agents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Name-HexaBits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D3BC4-B94D-1FC3-589C-E7DB4B1AF431}"/>
              </a:ext>
            </a:extLst>
          </p:cNvPr>
          <p:cNvSpPr txBox="1"/>
          <p:nvPr/>
        </p:nvSpPr>
        <p:spPr>
          <a:xfrm>
            <a:off x="7865806" y="41000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000" y="140000"/>
            <a:ext cx="8000000" cy="520000"/>
          </a:xfrm>
        </p:spPr>
        <p:txBody>
          <a:bodyPr wrap="square">
            <a:normAutofit/>
          </a:bodyPr>
          <a:lstStyle/>
          <a:p>
            <a:pPr eaLnBrk="1" hangingPunct="1" algn="ctr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480000" y="1350000"/>
            <a:ext cx="5441000" cy="4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700000" y="1570000"/>
            <a:ext cx="5001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70C0"/>
                </a:solidFill>
                <a:latin typeface="Calibri"/>
              </a:rPr>
              <a:t>IDEA / SOLUTION :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700000" y="2100000"/>
            <a:ext cx="5001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</a:rPr>
              <a:t>Browsers now hand cloud AI agents full screenshots and raw DOM content to plan every click, so passwords, personal data and confidential business text leak with every automated action. A privacy-first browser agent must plan and act without ever exposing what is on the sensitive parts of the screen.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6271000" y="1350000"/>
            <a:ext cx="5441000" cy="4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491000" y="1570000"/>
            <a:ext cx="5001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70C0"/>
                </a:solidFill>
                <a:latin typeface="Calibri"/>
              </a:rPr>
              <a:t>Problem Resolution :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91000" y="2100000"/>
            <a:ext cx="5001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We built a Privacy-Preserving Browser Agent that fuses on-device detectors (regex + NER + vision) inside the extension itself. The system: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• Redacts PII locally before any pixel or DOM leaves the device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• Fuses overlapping detections with confidence scoring instead of first-hit-wins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• Lets a cloud LLM plan the next browser action from sanitized context only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• Executes the action back in the browser (click, type, scroll,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40000"/>
            <a:ext cx="8000000" cy="520000"/>
          </a:xfrm>
        </p:spPr>
        <p:txBody>
          <a:bodyPr wrap="square">
            <a:normAutofit/>
          </a:bodyPr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HexaBits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80000" y="1350000"/>
            <a:ext cx="4570440" cy="4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700000" y="1570000"/>
            <a:ext cx="4130440" cy="43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Title: System Architecture &amp; Workflow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Content: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A high-level architecture with three components: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• Browser Extension (Frontend): content script reads the live DOM + pixels, runs on-device redaction (regex, NER, vision) inside an isolated offscreen document.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• FastAPI Server (Planning Brain): stateless endpoint that receives only the sanitized context and returns the next action.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• Side Panel / Floating Pill (UI): persistent chat-style interface for user interaction and voice control.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Data flow: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Browser screen → Detect &amp; redact → Sanitized context → Cloud LLM plans → Extension executes → loops until done.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00440" y="1350000"/>
            <a:ext cx="631156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0C0"/>
                </a:solidFill>
                <a:latin typeface="Calibri"/>
              </a:rPr>
              <a:t>PROCESS FLOW ARCHITECTURE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00440" y="1830000"/>
            <a:ext cx="6311560" cy="6200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Browser
Screen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8556220" y="2450000"/>
            <a:ext cx="0" cy="19000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5400440" y="2640000"/>
            <a:ext cx="6311560" cy="620000"/>
          </a:xfrm>
          <a:prstGeom prst="roundRect">
            <a:avLst>
              <a:gd name="adj" fmla="val 12000"/>
            </a:avLst>
          </a:prstGeom>
          <a:solidFill>
            <a:srgbClr val="FFE8C2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Detect &amp;
Redact
(on-device)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8556220" y="3260000"/>
            <a:ext cx="0" cy="19000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5400440" y="3450000"/>
            <a:ext cx="6311560" cy="6200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Sanitized
Context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8556220" y="4070000"/>
            <a:ext cx="0" cy="19000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5400440" y="4260000"/>
            <a:ext cx="6311560" cy="620000"/>
          </a:xfrm>
          <a:prstGeom prst="roundRect">
            <a:avLst>
              <a:gd name="adj" fmla="val 12000"/>
            </a:avLst>
          </a:prstGeom>
          <a:solidFill>
            <a:srgbClr val="FFE8C2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Cloud LLM
Plans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8556220" y="4880000"/>
            <a:ext cx="0" cy="19000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5400440" y="5070000"/>
            <a:ext cx="6311560" cy="6200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050" b="1">
                <a:solidFill>
                  <a:srgbClr val="1E2761"/>
                </a:solidFill>
                <a:latin typeface="Calibri"/>
              </a:rPr>
              <a:t>Extension
Executes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40000"/>
            <a:ext cx="8000000" cy="520000"/>
          </a:xfrm>
        </p:spPr>
        <p:txBody>
          <a:bodyPr wrap="square">
            <a:normAutofit/>
          </a:bodyPr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80000" y="1450000"/>
            <a:ext cx="1123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830000" y="1870000"/>
            <a:ext cx="1088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Technical: runs on-device with lightweight, quantized models — no server GPU needed for perception.  Financial: near-zero inference cost on an open-source stack (Transformers.js, MediaPipe, Tesseract).  Market: applies to any AI browser agent that needs a real privacy guarantee.  Operational: ships as a browser extension, no changes needed on the sites being automated.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80000" y="2950000"/>
            <a:ext cx="1123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Potential challenges and risks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30000" y="3370000"/>
            <a:ext cx="1088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Technical: false negatives in PII detection, CSP blocking on-device ML workers, unsafe navigation targets.  Financial: none significant — open-source stack.  Market: enterprise adoption needs a security audit.  Operational: keeping detector models current as new PII patterns emerge.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0000" y="4450000"/>
            <a:ext cx="1123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Strategies for overcoming these challenges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30000" y="4870000"/>
            <a:ext cx="1088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Confidence fusion (noisy-OR) across detectors with fail-safe redaction below threshold, DOM-confirmed-safe zones to cut false positives, an isolated chrome.offscreen document to dodge CSP, and client-side URL/action validation before every navigation.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40000"/>
            <a:ext cx="8000000" cy="520000"/>
          </a:xfrm>
        </p:spPr>
        <p:txBody>
          <a:bodyPr wrap="square">
            <a:normAutofit/>
          </a:bodyPr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80000" y="1500000"/>
            <a:ext cx="11232000" cy="7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00000"/>
                </a:solidFill>
                <a:latin typeface="Calibri"/>
              </a:rPr>
              <a:t>Privacy: </a:t>
            </a:r>
            <a:r>
              <a:rPr b="0" sz="1450">
                <a:solidFill>
                  <a:srgbClr val="000000"/>
                </a:solidFill>
                <a:latin typeface="Calibri"/>
              </a:rPr>
              <a:t>zero raw pixels or keystrokes ever leave the device — safe by architecture, not policy.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80000" y="2280000"/>
            <a:ext cx="11232000" cy="7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00000"/>
                </a:solidFill>
                <a:latin typeface="Calibri"/>
              </a:rPr>
              <a:t>Efficiency: </a:t>
            </a:r>
            <a:r>
              <a:rPr b="0" sz="1450">
                <a:solidFill>
                  <a:srgbClr val="000000"/>
                </a:solidFill>
                <a:latin typeface="Calibri"/>
              </a:rPr>
              <a:t>no manual redaction step slows the agent down; detection and redaction run inline.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80000" y="3060000"/>
            <a:ext cx="11232000" cy="7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00000"/>
                </a:solidFill>
                <a:latin typeface="Calibri"/>
              </a:rPr>
              <a:t>Scalability: </a:t>
            </a:r>
            <a:r>
              <a:rPr b="0" sz="1450">
                <a:solidFill>
                  <a:srgbClr val="000000"/>
                </a:solidFill>
                <a:latin typeface="Calibri"/>
              </a:rPr>
              <a:t>works across any website; the planning brain is swappable across OpenAI, Groq, OpenRouter, or a local LLM.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80000" y="3840000"/>
            <a:ext cx="11232000" cy="7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00000"/>
                </a:solidFill>
                <a:latin typeface="Calibri"/>
              </a:rPr>
              <a:t>Accessibility: </a:t>
            </a:r>
            <a:r>
              <a:rPr b="0" sz="1450">
                <a:solidFill>
                  <a:srgbClr val="000000"/>
                </a:solidFill>
                <a:latin typeface="Calibri"/>
              </a:rPr>
              <a:t>voice-driven, hands-free control through the side panel and floating pill.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40000"/>
            <a:ext cx="8000000" cy="520000"/>
          </a:xfrm>
        </p:spPr>
        <p:txBody>
          <a:bodyPr wrap="square">
            <a:normAutofit/>
          </a:bodyPr>
          <a:lstStyle/>
          <a:p>
            <a:pPr eaLnBrk="1" hangingPunct="1"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80000" y="1500000"/>
            <a:ext cx="1123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80000" y="2150000"/>
            <a:ext cx="11232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ONNX Runtime Web  •  Transformers.js (Hugging Face)  •  MediaPipe BlazeFace (Google)  •  Tesseract OCR  •  Ultralytics YOLOv8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80000" y="3100000"/>
            <a:ext cx="11232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1">
                <a:solidFill>
                  <a:srgbClr val="556070"/>
                </a:solidFill>
                <a:latin typeface="Calibri"/>
              </a:rPr>
              <a:t>Problem Statement: SIH 2026 — PS 26171, “On-device Visual Perception for Light-weight Browser Agents.”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7514</TotalTime>
  <Words>333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sanskaar undale</cp:lastModifiedBy>
  <cp:revision>149</cp:revision>
  <dcterms:created xsi:type="dcterms:W3CDTF">2013-12-12T18:46:50Z</dcterms:created>
  <dcterms:modified xsi:type="dcterms:W3CDTF">2026-09-15T08:50:25Z</dcterms:modified>
  <cp:category/>
</cp:coreProperties>
</file>