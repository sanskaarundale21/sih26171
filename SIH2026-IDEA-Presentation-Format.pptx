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050537" y="186346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HexaBits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5D3BC4-B94D-1FC3-589C-E7DB4B1AF431}"/>
              </a:ext>
            </a:extLst>
          </p:cNvPr>
          <p:cNvSpPr txBox="1"/>
          <p:nvPr/>
        </p:nvSpPr>
        <p:spPr>
          <a:xfrm>
            <a:off x="7865806" y="41000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7514</TotalTime>
  <Words>333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sanskaar undale</cp:lastModifiedBy>
  <cp:revision>149</cp:revision>
  <dcterms:created xsi:type="dcterms:W3CDTF">2013-12-12T18:46:50Z</dcterms:created>
  <dcterms:modified xsi:type="dcterms:W3CDTF">2026-09-15T08:50:25Z</dcterms:modified>
  <cp:category/>
</cp:coreProperties>
</file>